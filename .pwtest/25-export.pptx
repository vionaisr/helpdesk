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Tiket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Sheet1!$A$2:$A$44</c:f>
              <c:multiLvlStrCache>
                <c:ptCount val="43"/>
                <c:lvl>
                  <c:pt idx="0">
                    <c:v>Jum, 1</c:v>
                  </c:pt>
                  <c:pt idx="1">
                    <c:v>Sab, 2</c:v>
                  </c:pt>
                  <c:pt idx="2">
                    <c:v>Min, 3</c:v>
                  </c:pt>
                  <c:pt idx="3">
                    <c:v>Sen, 4</c:v>
                  </c:pt>
                  <c:pt idx="4">
                    <c:v>Sel, 5</c:v>
                  </c:pt>
                  <c:pt idx="5">
                    <c:v>Rab, 6</c:v>
                  </c:pt>
                  <c:pt idx="6">
                    <c:v>Kam, 7</c:v>
                  </c:pt>
                  <c:pt idx="7">
                    <c:v>Jum, 8</c:v>
                  </c:pt>
                  <c:pt idx="8">
                    <c:v>Sab, 9</c:v>
                  </c:pt>
                  <c:pt idx="9">
                    <c:v>Min, 10</c:v>
                  </c:pt>
                  <c:pt idx="10">
                    <c:v>Sen, 11</c:v>
                  </c:pt>
                  <c:pt idx="11">
                    <c:v>Sel, 12</c:v>
                  </c:pt>
                  <c:pt idx="12">
                    <c:v>Rab, 13</c:v>
                  </c:pt>
                  <c:pt idx="13">
                    <c:v>Kam, 14</c:v>
                  </c:pt>
                  <c:pt idx="14">
                    <c:v>Jum, 15</c:v>
                  </c:pt>
                  <c:pt idx="15">
                    <c:v>Sab, 16</c:v>
                  </c:pt>
                  <c:pt idx="16">
                    <c:v>Min, 17</c:v>
                  </c:pt>
                  <c:pt idx="17">
                    <c:v>Sen, 18</c:v>
                  </c:pt>
                  <c:pt idx="18">
                    <c:v>Sel, 19</c:v>
                  </c:pt>
                  <c:pt idx="19">
                    <c:v>Rab, 20</c:v>
                  </c:pt>
                  <c:pt idx="20">
                    <c:v>Kam, 21</c:v>
                  </c:pt>
                  <c:pt idx="21">
                    <c:v>Jum, 22</c:v>
                  </c:pt>
                  <c:pt idx="22">
                    <c:v>Sab, 23</c:v>
                  </c:pt>
                  <c:pt idx="23">
                    <c:v>Min, 24</c:v>
                  </c:pt>
                  <c:pt idx="24">
                    <c:v>Sen, 25</c:v>
                  </c:pt>
                  <c:pt idx="25">
                    <c:v>Sel, 26</c:v>
                  </c:pt>
                  <c:pt idx="26">
                    <c:v>Rab, 27</c:v>
                  </c:pt>
                  <c:pt idx="27">
                    <c:v>Kam, 28</c:v>
                  </c:pt>
                  <c:pt idx="28">
                    <c:v>Jum, 29</c:v>
                  </c:pt>
                  <c:pt idx="29">
                    <c:v>Sab, 30</c:v>
                  </c:pt>
                  <c:pt idx="30">
                    <c:v>Min, 31</c:v>
                  </c:pt>
                  <c:pt idx="31">
                    <c:v>Sen, 1</c:v>
                  </c:pt>
                  <c:pt idx="32">
                    <c:v>Sel, 2</c:v>
                  </c:pt>
                  <c:pt idx="33">
                    <c:v>Rab, 3</c:v>
                  </c:pt>
                  <c:pt idx="34">
                    <c:v>Kam, 4</c:v>
                  </c:pt>
                  <c:pt idx="35">
                    <c:v>Jum, 5</c:v>
                  </c:pt>
                  <c:pt idx="36">
                    <c:v>Sab, 6</c:v>
                  </c:pt>
                  <c:pt idx="37">
                    <c:v>Min, 7</c:v>
                  </c:pt>
                  <c:pt idx="38">
                    <c:v>Sen, 8</c:v>
                  </c:pt>
                  <c:pt idx="39">
                    <c:v>Sel, 9</c:v>
                  </c:pt>
                  <c:pt idx="40">
                    <c:v>Rab, 10</c:v>
                  </c:pt>
                  <c:pt idx="41">
                    <c:v>Kam, 11</c:v>
                  </c:pt>
                  <c:pt idx="42">
                    <c:v>Jum, 12</c:v>
                  </c:pt>
                </c:lvl>
              </c:multiLvlStrCache>
            </c:multiLvlStr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1</c:v>
                </c:pt>
                <c:pt idx="23">
                  <c:v>0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0</c:v>
                </c:pt>
                <c:pt idx="28">
                  <c:v>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Tiket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Leonagata</c:v>
                  </c:pt>
                  <c:pt idx="1">
                    <c:v>Kevin</c:v>
                  </c:pt>
                  <c:pt idx="2">
                    <c:v>Unassigned</c:v>
                  </c:pt>
                  <c:pt idx="3">
                    <c:v>Lady Yohana</c:v>
                  </c:pt>
                  <c:pt idx="4">
                    <c:v>Apri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651760"/>
            <a:ext cx="228600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IT Support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Lippo Karawaci Tbk.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Periode: 2026-05-01 – 2026-06-12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166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5 tiket  ·  Closure Rate: 40%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· PT Lippo Karawaci Tbk.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KPI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988552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2026-05-01 – 2026-06-12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2356" y="1188720"/>
            <a:ext cx="21031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" y="1188720"/>
            <a:ext cx="2103120" cy="1097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Tiket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" y="2011680"/>
            <a:ext cx="1920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53796" y="4754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dipilih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02636" y="1188720"/>
            <a:ext cx="21031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02636" y="1188720"/>
            <a:ext cx="2103120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2939796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94076" y="2011680"/>
            <a:ext cx="1920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894076" y="4754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+ Closed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42916" y="1188720"/>
            <a:ext cx="21031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2916" y="1188720"/>
            <a:ext cx="210312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180076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4356" y="2011680"/>
            <a:ext cx="1920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5134356" y="4754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+ In Progress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83196" y="1188720"/>
            <a:ext cx="21031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83196" y="1188720"/>
            <a:ext cx="21031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7420356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74636" y="2011680"/>
            <a:ext cx="1920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7374636" y="4754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+ Revisi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523476" y="1188720"/>
            <a:ext cx="21031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3476" y="1188720"/>
            <a:ext cx="2103120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9660636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Rate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14916" y="2011680"/>
            <a:ext cx="1920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9614916" y="4754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· PT Lippo Karawaci Tbk.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Tiket per Hari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988552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2026-05-01 – 2026-06-12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5 tiket dalam 43 hari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7160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· PT Lippo Karawaci Tbk.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Tiket per PIC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988552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2026-05-01 – 2026-06-12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77724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097280"/>
            <a:ext cx="329184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0" y="1280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Status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9536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tiket · 40%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95360" y="2606040"/>
            <a:ext cx="2926080" cy="1645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0" y="2606040"/>
            <a:ext cx="1170432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9536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tiket · 60%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95360" y="4069080"/>
            <a:ext cx="2926080" cy="1645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8595360" y="4069080"/>
            <a:ext cx="175564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8595360" y="4846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95360" y="5166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tiket · 0%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595360" y="5532120"/>
            <a:ext cx="2926080" cy="164592"/>
          </a:xfrm>
          <a:prstGeom prst="rect">
            <a:avLst/>
          </a:prstGeom>
          <a:solidFill>
            <a:srgbClr val="F1F5F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· PT Lippo Karawaci Tbk.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Aplikasi &amp; Kategori Permintaan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988552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2026-05-01 – 2026-06-12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Aplikasi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394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Aplikasi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[PRJ] - Cost Contract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[SLS] - Sales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[SLS] - Property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[CMN] - Image Uploader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[SLS] - Budget 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08192" y="1097280"/>
            <a:ext cx="18288" cy="5486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Permintaan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08760"/>
          <a:ext cx="5303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Manajemen Akses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 Budget 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· PT Lippo Karawaci Tbk.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Tiket Open / Waiting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988552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2026-05-01 – 2026-06-12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389120"/>
                <a:gridCol w="2286000"/>
                <a:gridCol w="18288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Tiket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ITLK-20260526-0042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Cost Contract - tidak bisa generate 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Leonagata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ITLK-20260527-0044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akses Sales Portal untuk staff baru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ITLK-20260529-0045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export laporan di Property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Unassigned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3 tiket berusia ≥4 hari — perlu eskalasi segera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· PT Lippo Karawaci Tbk.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Sorotan Periode Ini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988552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2026-05-01 – 2026-06-12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1289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612898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2155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TERSIBUK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1556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Sab, 23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tiket masuk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4418" y="1188720"/>
            <a:ext cx="261289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4418" y="1188720"/>
            <a:ext cx="2612898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3573018" y="1508760"/>
            <a:ext cx="2155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TERATAS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73018" y="2011680"/>
            <a:ext cx="21556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[PRJ] - Cost Contract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73018" y="484632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tiket (20%)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1188720"/>
            <a:ext cx="261289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1636" y="1188720"/>
            <a:ext cx="2612898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60236" y="1508760"/>
            <a:ext cx="2155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BEBAN TERTINGGI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60236" y="2011680"/>
            <a:ext cx="21556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Leonagata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60236" y="484632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tiket (20%)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18854" y="1188720"/>
            <a:ext cx="2612898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18854" y="1188720"/>
            <a:ext cx="2612898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9347454" y="1508760"/>
            <a:ext cx="2155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ESKALASI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47454" y="2011680"/>
            <a:ext cx="21556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tiket ≥4h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347454" y="484632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selesai, perlu prioritas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2026-06-12T02:37:16Z</dcterms:created>
  <dcterms:modified xsi:type="dcterms:W3CDTF">2026-06-12T02:37:16Z</dcterms:modified>
</cp:coreProperties>
</file>